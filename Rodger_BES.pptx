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256" r:id="rId5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8457A2-BDAB-4495-92A4-0510EF4374E9}" v="83" dt="2024-12-02T15:17:57.206"/>
    <p1510:client id="{F162414B-54EE-427E-89C1-7CB7CF618DAD}" v="3" dt="2024-12-03T13:29:48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24" y="-6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ger, JG, Dr [jgrodger@sun.ac.za]" userId="a7d6089a-1e3a-4c5e-b399-4f5b6e5db325" providerId="ADAL" clId="{F162414B-54EE-427E-89C1-7CB7CF618DAD}"/>
    <pc:docChg chg="custSel modSld">
      <pc:chgData name="Rodger, JG, Dr [jgrodger@sun.ac.za]" userId="a7d6089a-1e3a-4c5e-b399-4f5b6e5db325" providerId="ADAL" clId="{F162414B-54EE-427E-89C1-7CB7CF618DAD}" dt="2024-12-03T13:40:38.607" v="674" actId="20577"/>
      <pc:docMkLst>
        <pc:docMk/>
      </pc:docMkLst>
      <pc:sldChg chg="addSp modSp mod">
        <pc:chgData name="Rodger, JG, Dr [jgrodger@sun.ac.za]" userId="a7d6089a-1e3a-4c5e-b399-4f5b6e5db325" providerId="ADAL" clId="{F162414B-54EE-427E-89C1-7CB7CF618DAD}" dt="2024-12-03T13:40:38.607" v="674" actId="20577"/>
        <pc:sldMkLst>
          <pc:docMk/>
          <pc:sldMk cId="3676785047" sldId="256"/>
        </pc:sldMkLst>
        <pc:spChg chg="mod">
          <ac:chgData name="Rodger, JG, Dr [jgrodger@sun.ac.za]" userId="a7d6089a-1e3a-4c5e-b399-4f5b6e5db325" providerId="ADAL" clId="{F162414B-54EE-427E-89C1-7CB7CF618DAD}" dt="2024-12-03T13:29:39.982" v="634" actId="404"/>
          <ac:spMkLst>
            <pc:docMk/>
            <pc:sldMk cId="3676785047" sldId="256"/>
            <ac:spMk id="2" creationId="{ACDD13F0-9940-DFA4-9BEA-E80A0A643A91}"/>
          </ac:spMkLst>
        </pc:spChg>
        <pc:spChg chg="add mod">
          <ac:chgData name="Rodger, JG, Dr [jgrodger@sun.ac.za]" userId="a7d6089a-1e3a-4c5e-b399-4f5b6e5db325" providerId="ADAL" clId="{F162414B-54EE-427E-89C1-7CB7CF618DAD}" dt="2024-12-03T13:12:30.564" v="397" actId="1076"/>
          <ac:spMkLst>
            <pc:docMk/>
            <pc:sldMk cId="3676785047" sldId="256"/>
            <ac:spMk id="4" creationId="{B8F7FCDC-2F13-2927-2099-001485598667}"/>
          </ac:spMkLst>
        </pc:spChg>
        <pc:spChg chg="add mod">
          <ac:chgData name="Rodger, JG, Dr [jgrodger@sun.ac.za]" userId="a7d6089a-1e3a-4c5e-b399-4f5b6e5db325" providerId="ADAL" clId="{F162414B-54EE-427E-89C1-7CB7CF618DAD}" dt="2024-12-03T13:12:38.338" v="399" actId="1076"/>
          <ac:spMkLst>
            <pc:docMk/>
            <pc:sldMk cId="3676785047" sldId="256"/>
            <ac:spMk id="6" creationId="{E38DE732-5C56-95AD-0F8D-C19626D82112}"/>
          </ac:spMkLst>
        </pc:spChg>
        <pc:spChg chg="add mod">
          <ac:chgData name="Rodger, JG, Dr [jgrodger@sun.ac.za]" userId="a7d6089a-1e3a-4c5e-b399-4f5b6e5db325" providerId="ADAL" clId="{F162414B-54EE-427E-89C1-7CB7CF618DAD}" dt="2024-12-03T13:30:15.910" v="668" actId="14100"/>
          <ac:spMkLst>
            <pc:docMk/>
            <pc:sldMk cId="3676785047" sldId="256"/>
            <ac:spMk id="7" creationId="{976C1C82-C881-8225-A8F4-6E10227A90A7}"/>
          </ac:spMkLst>
        </pc:spChg>
        <pc:spChg chg="mod">
          <ac:chgData name="Rodger, JG, Dr [jgrodger@sun.ac.za]" userId="a7d6089a-1e3a-4c5e-b399-4f5b6e5db325" providerId="ADAL" clId="{F162414B-54EE-427E-89C1-7CB7CF618DAD}" dt="2024-12-03T13:25:09.306" v="437" actId="6549"/>
          <ac:spMkLst>
            <pc:docMk/>
            <pc:sldMk cId="3676785047" sldId="256"/>
            <ac:spMk id="11" creationId="{CC772BBB-5E09-1221-A4CD-73CA72829DF1}"/>
          </ac:spMkLst>
        </pc:spChg>
        <pc:spChg chg="mod">
          <ac:chgData name="Rodger, JG, Dr [jgrodger@sun.ac.za]" userId="a7d6089a-1e3a-4c5e-b399-4f5b6e5db325" providerId="ADAL" clId="{F162414B-54EE-427E-89C1-7CB7CF618DAD}" dt="2024-12-03T13:28:18.867" v="624" actId="20577"/>
          <ac:spMkLst>
            <pc:docMk/>
            <pc:sldMk cId="3676785047" sldId="256"/>
            <ac:spMk id="14" creationId="{85229572-FA5F-538B-4D6F-41E8151DE3FB}"/>
          </ac:spMkLst>
        </pc:spChg>
        <pc:spChg chg="mod">
          <ac:chgData name="Rodger, JG, Dr [jgrodger@sun.ac.za]" userId="a7d6089a-1e3a-4c5e-b399-4f5b6e5db325" providerId="ADAL" clId="{F162414B-54EE-427E-89C1-7CB7CF618DAD}" dt="2024-12-03T13:24:38.982" v="400" actId="20577"/>
          <ac:spMkLst>
            <pc:docMk/>
            <pc:sldMk cId="3676785047" sldId="256"/>
            <ac:spMk id="68" creationId="{5832CDBA-A257-B05E-003C-E9E21531DAC7}"/>
          </ac:spMkLst>
        </pc:spChg>
        <pc:spChg chg="mod">
          <ac:chgData name="Rodger, JG, Dr [jgrodger@sun.ac.za]" userId="a7d6089a-1e3a-4c5e-b399-4f5b6e5db325" providerId="ADAL" clId="{F162414B-54EE-427E-89C1-7CB7CF618DAD}" dt="2024-12-03T13:24:44.440" v="401" actId="20577"/>
          <ac:spMkLst>
            <pc:docMk/>
            <pc:sldMk cId="3676785047" sldId="256"/>
            <ac:spMk id="69" creationId="{79648D21-C2C2-D98A-8179-D2DA4AA0F603}"/>
          </ac:spMkLst>
        </pc:spChg>
        <pc:spChg chg="mod">
          <ac:chgData name="Rodger, JG, Dr [jgrodger@sun.ac.za]" userId="a7d6089a-1e3a-4c5e-b399-4f5b6e5db325" providerId="ADAL" clId="{F162414B-54EE-427E-89C1-7CB7CF618DAD}" dt="2024-12-03T13:40:38.607" v="674" actId="20577"/>
          <ac:spMkLst>
            <pc:docMk/>
            <pc:sldMk cId="3676785047" sldId="256"/>
            <ac:spMk id="107" creationId="{05F7FE74-5CCF-F853-6697-789B31338DD7}"/>
          </ac:spMkLst>
        </pc:spChg>
        <pc:spChg chg="mod">
          <ac:chgData name="Rodger, JG, Dr [jgrodger@sun.ac.za]" userId="a7d6089a-1e3a-4c5e-b399-4f5b6e5db325" providerId="ADAL" clId="{F162414B-54EE-427E-89C1-7CB7CF618DAD}" dt="2024-12-03T12:46:26.343" v="386" actId="14100"/>
          <ac:spMkLst>
            <pc:docMk/>
            <pc:sldMk cId="3676785047" sldId="256"/>
            <ac:spMk id="115" creationId="{00D4A424-2CEE-5A3D-11F2-99AE1D496EF5}"/>
          </ac:spMkLst>
        </pc:spChg>
        <pc:spChg chg="mod">
          <ac:chgData name="Rodger, JG, Dr [jgrodger@sun.ac.za]" userId="a7d6089a-1e3a-4c5e-b399-4f5b6e5db325" providerId="ADAL" clId="{F162414B-54EE-427E-89C1-7CB7CF618DAD}" dt="2024-12-03T12:46:18.331" v="384" actId="1076"/>
          <ac:spMkLst>
            <pc:docMk/>
            <pc:sldMk cId="3676785047" sldId="256"/>
            <ac:spMk id="116" creationId="{6090A868-21EF-A6A3-A11B-591D1B48375D}"/>
          </ac:spMkLst>
        </pc:spChg>
        <pc:picChg chg="mod">
          <ac:chgData name="Rodger, JG, Dr [jgrodger@sun.ac.za]" userId="a7d6089a-1e3a-4c5e-b399-4f5b6e5db325" providerId="ADAL" clId="{F162414B-54EE-427E-89C1-7CB7CF618DAD}" dt="2024-12-03T13:12:27.417" v="396" actId="1076"/>
          <ac:picMkLst>
            <pc:docMk/>
            <pc:sldMk cId="3676785047" sldId="256"/>
            <ac:picMk id="5" creationId="{E1773B96-FC1D-B42A-9393-9D06A2FF474F}"/>
          </ac:picMkLst>
        </pc:picChg>
        <pc:picChg chg="mod">
          <ac:chgData name="Rodger, JG, Dr [jgrodger@sun.ac.za]" userId="a7d6089a-1e3a-4c5e-b399-4f5b6e5db325" providerId="ADAL" clId="{F162414B-54EE-427E-89C1-7CB7CF618DAD}" dt="2024-12-03T12:47:23.036" v="389" actId="14100"/>
          <ac:picMkLst>
            <pc:docMk/>
            <pc:sldMk cId="3676785047" sldId="256"/>
            <ac:picMk id="10" creationId="{193D49DB-3C59-EA4B-0E89-79253B381425}"/>
          </ac:picMkLst>
        </pc:picChg>
      </pc:sldChg>
    </pc:docChg>
  </pc:docChgLst>
  <pc:docChgLst>
    <pc:chgData name="Rodger, JG, Dr [jgrodger@sun.ac.za]" userId="a7d6089a-1e3a-4c5e-b399-4f5b6e5db325" providerId="ADAL" clId="{818457A2-BDAB-4495-92A4-0510EF4374E9}"/>
    <pc:docChg chg="undo custSel addSld delSld modSld">
      <pc:chgData name="Rodger, JG, Dr [jgrodger@sun.ac.za]" userId="a7d6089a-1e3a-4c5e-b399-4f5b6e5db325" providerId="ADAL" clId="{818457A2-BDAB-4495-92A4-0510EF4374E9}" dt="2024-12-02T15:18:14.245" v="2630" actId="1076"/>
      <pc:docMkLst>
        <pc:docMk/>
      </pc:docMkLst>
      <pc:sldChg chg="addSp delSp modSp new mod setBg">
        <pc:chgData name="Rodger, JG, Dr [jgrodger@sun.ac.za]" userId="a7d6089a-1e3a-4c5e-b399-4f5b6e5db325" providerId="ADAL" clId="{818457A2-BDAB-4495-92A4-0510EF4374E9}" dt="2024-12-02T15:18:14.245" v="2630" actId="1076"/>
        <pc:sldMkLst>
          <pc:docMk/>
          <pc:sldMk cId="3676785047" sldId="256"/>
        </pc:sldMkLst>
        <pc:spChg chg="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2" creationId="{ACDD13F0-9940-DFA4-9BEA-E80A0A643A91}"/>
          </ac:spMkLst>
        </pc:spChg>
        <pc:spChg chg="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3" creationId="{BEF3A882-C297-D9B6-25FC-07C350E98431}"/>
          </ac:spMkLst>
        </pc:spChg>
        <pc:spChg chg="add del mod">
          <ac:chgData name="Rodger, JG, Dr [jgrodger@sun.ac.za]" userId="a7d6089a-1e3a-4c5e-b399-4f5b6e5db325" providerId="ADAL" clId="{818457A2-BDAB-4495-92A4-0510EF4374E9}" dt="2024-12-02T13:22:44.331" v="83" actId="478"/>
          <ac:spMkLst>
            <pc:docMk/>
            <pc:sldMk cId="3676785047" sldId="256"/>
            <ac:spMk id="8" creationId="{15EA39A4-3B67-0F33-14B0-E656A2E89FD9}"/>
          </ac:spMkLst>
        </pc:spChg>
        <pc:spChg chg="add mod">
          <ac:chgData name="Rodger, JG, Dr [jgrodger@sun.ac.za]" userId="a7d6089a-1e3a-4c5e-b399-4f5b6e5db325" providerId="ADAL" clId="{818457A2-BDAB-4495-92A4-0510EF4374E9}" dt="2024-12-02T14:36:22.515" v="1019" actId="1076"/>
          <ac:spMkLst>
            <pc:docMk/>
            <pc:sldMk cId="3676785047" sldId="256"/>
            <ac:spMk id="11" creationId="{CC772BBB-5E09-1221-A4CD-73CA72829DF1}"/>
          </ac:spMkLst>
        </pc:spChg>
        <pc:spChg chg="add mod">
          <ac:chgData name="Rodger, JG, Dr [jgrodger@sun.ac.za]" userId="a7d6089a-1e3a-4c5e-b399-4f5b6e5db325" providerId="ADAL" clId="{818457A2-BDAB-4495-92A4-0510EF4374E9}" dt="2024-12-02T15:15:14.326" v="2580" actId="20577"/>
          <ac:spMkLst>
            <pc:docMk/>
            <pc:sldMk cId="3676785047" sldId="256"/>
            <ac:spMk id="14" creationId="{85229572-FA5F-538B-4D6F-41E8151DE3FB}"/>
          </ac:spMkLst>
        </pc:spChg>
        <pc:spChg chg="add del mod">
          <ac:chgData name="Rodger, JG, Dr [jgrodger@sun.ac.za]" userId="a7d6089a-1e3a-4c5e-b399-4f5b6e5db325" providerId="ADAL" clId="{818457A2-BDAB-4495-92A4-0510EF4374E9}" dt="2024-12-02T13:29:56.209" v="111" actId="478"/>
          <ac:spMkLst>
            <pc:docMk/>
            <pc:sldMk cId="3676785047" sldId="256"/>
            <ac:spMk id="17" creationId="{47C6EA4B-99A6-143D-EF35-90043BDD8E04}"/>
          </ac:spMkLst>
        </pc:spChg>
        <pc:spChg chg="add mod">
          <ac:chgData name="Rodger, JG, Dr [jgrodger@sun.ac.za]" userId="a7d6089a-1e3a-4c5e-b399-4f5b6e5db325" providerId="ADAL" clId="{818457A2-BDAB-4495-92A4-0510EF4374E9}" dt="2024-12-02T15:15:23.158" v="2583" actId="1076"/>
          <ac:spMkLst>
            <pc:docMk/>
            <pc:sldMk cId="3676785047" sldId="256"/>
            <ac:spMk id="18" creationId="{2A6E428F-D1D6-ED5F-5246-B1632A86C9C4}"/>
          </ac:spMkLst>
        </pc:spChg>
        <pc:spChg chg="add mod or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19" creationId="{2689A963-6FA6-D1D6-3934-D9107755FB8E}"/>
          </ac:spMkLst>
        </pc:spChg>
        <pc:spChg chg="add mod or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62" creationId="{1808ADF6-1F7C-3FFB-82BF-82B0EDA628B5}"/>
          </ac:spMkLst>
        </pc:spChg>
        <pc:spChg chg="add mod or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63" creationId="{FEE4452A-E508-5BA3-AE51-CB398B3DDDE7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64" creationId="{44756E28-35BE-B914-5F4F-9B933DFBA4F8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65" creationId="{6FA576F3-E574-5261-8554-A204E05B2BD4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66" creationId="{B5FBBAC8-B0E6-0104-0BC1-73673B11AE6B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67" creationId="{69F2AFED-2CDC-340B-1160-5F5F7F981105}"/>
          </ac:spMkLst>
        </pc:spChg>
        <pc:spChg chg="add mod">
          <ac:chgData name="Rodger, JG, Dr [jgrodger@sun.ac.za]" userId="a7d6089a-1e3a-4c5e-b399-4f5b6e5db325" providerId="ADAL" clId="{818457A2-BDAB-4495-92A4-0510EF4374E9}" dt="2024-12-02T14:31:23.963" v="791" actId="14100"/>
          <ac:spMkLst>
            <pc:docMk/>
            <pc:sldMk cId="3676785047" sldId="256"/>
            <ac:spMk id="68" creationId="{5832CDBA-A257-B05E-003C-E9E21531DAC7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69" creationId="{79648D21-C2C2-D98A-8179-D2DA4AA0F603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70" creationId="{6F471C5C-7D73-4662-400E-360DCF047B4E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71" creationId="{2A379E49-EBB1-4A6A-2EC6-8EC40F85B265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72" creationId="{90E866CF-4517-B77C-F238-93012F93DBE0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73" creationId="{7A03AA74-8FB2-DE99-FFB7-2B12B1F5412B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74" creationId="{8DCDA18D-89D9-EB28-EEA4-6546D01FC732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75" creationId="{421B0851-033E-7B7B-FA50-8E7340600215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76" creationId="{D2920FE2-FF82-C1A0-C3ED-419DF63CBB42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84" creationId="{17523124-F12F-C15C-038B-7BA0700781A1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86" creationId="{6E1DF819-B909-0EE2-D38E-D06AC38720AD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87" creationId="{01C63704-941F-EA6A-6B0C-553B44B35E2B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88" creationId="{7C233B6C-B6BB-9CE1-8C1A-72617F33A1FA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89" creationId="{ED4EE1DE-EC40-4500-FE80-8FF6A50EE4EB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90" creationId="{1FB3667B-F460-7223-0A0B-FDE6DCE8A071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91" creationId="{1CEC0174-7533-3D1C-7A08-42A43F52569A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92" creationId="{3830031D-9D74-BBA8-5C1B-3911A8B4878B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95" creationId="{9A65A445-D0E9-FDF2-2F65-1A8B698F2F34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98" creationId="{E003D8ED-9AB3-9A5B-62AA-13CC483F2561}"/>
          </ac:spMkLst>
        </pc:spChg>
        <pc:spChg chg="add mo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99" creationId="{E4598C17-DC4C-254D-A2DD-34833E3AB5DA}"/>
          </ac:spMkLst>
        </pc:spChg>
        <pc:spChg chg="add mod or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100" creationId="{D7D00175-977D-244F-F7A1-63C93C89C2D3}"/>
          </ac:spMkLst>
        </pc:spChg>
        <pc:spChg chg="add mod or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101" creationId="{4388D497-70B6-ABB5-71B8-8F4CD1E810F3}"/>
          </ac:spMkLst>
        </pc:spChg>
        <pc:spChg chg="add mod or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102" creationId="{062B7548-7710-2AA8-BBA5-7132727094F4}"/>
          </ac:spMkLst>
        </pc:spChg>
        <pc:spChg chg="add mod or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103" creationId="{81F01B21-8A73-A3D4-114B-6EB0010D19B4}"/>
          </ac:spMkLst>
        </pc:spChg>
        <pc:spChg chg="add mod ord">
          <ac:chgData name="Rodger, JG, Dr [jgrodger@sun.ac.za]" userId="a7d6089a-1e3a-4c5e-b399-4f5b6e5db325" providerId="ADAL" clId="{818457A2-BDAB-4495-92A4-0510EF4374E9}" dt="2024-12-02T14:23:17.862" v="490" actId="2711"/>
          <ac:spMkLst>
            <pc:docMk/>
            <pc:sldMk cId="3676785047" sldId="256"/>
            <ac:spMk id="104" creationId="{470809C9-63E2-33F6-DFC3-E5B57F5AC137}"/>
          </ac:spMkLst>
        </pc:spChg>
        <pc:spChg chg="add mod">
          <ac:chgData name="Rodger, JG, Dr [jgrodger@sun.ac.za]" userId="a7d6089a-1e3a-4c5e-b399-4f5b6e5db325" providerId="ADAL" clId="{818457A2-BDAB-4495-92A4-0510EF4374E9}" dt="2024-12-02T15:06:29.815" v="2394" actId="1076"/>
          <ac:spMkLst>
            <pc:docMk/>
            <pc:sldMk cId="3676785047" sldId="256"/>
            <ac:spMk id="107" creationId="{05F7FE74-5CCF-F853-6697-789B31338DD7}"/>
          </ac:spMkLst>
        </pc:spChg>
        <pc:spChg chg="add del mod">
          <ac:chgData name="Rodger, JG, Dr [jgrodger@sun.ac.za]" userId="a7d6089a-1e3a-4c5e-b399-4f5b6e5db325" providerId="ADAL" clId="{818457A2-BDAB-4495-92A4-0510EF4374E9}" dt="2024-12-02T15:03:27.311" v="2284" actId="478"/>
          <ac:spMkLst>
            <pc:docMk/>
            <pc:sldMk cId="3676785047" sldId="256"/>
            <ac:spMk id="108" creationId="{20884321-9A0D-B36F-803D-2BC4671A9EB9}"/>
          </ac:spMkLst>
        </pc:spChg>
        <pc:spChg chg="add mod">
          <ac:chgData name="Rodger, JG, Dr [jgrodger@sun.ac.za]" userId="a7d6089a-1e3a-4c5e-b399-4f5b6e5db325" providerId="ADAL" clId="{818457A2-BDAB-4495-92A4-0510EF4374E9}" dt="2024-12-02T15:00:57.803" v="2260" actId="14100"/>
          <ac:spMkLst>
            <pc:docMk/>
            <pc:sldMk cId="3676785047" sldId="256"/>
            <ac:spMk id="109" creationId="{FF2C1FAD-1558-4773-BBF7-FAD4C70A1BA8}"/>
          </ac:spMkLst>
        </pc:spChg>
        <pc:spChg chg="add del mod">
          <ac:chgData name="Rodger, JG, Dr [jgrodger@sun.ac.za]" userId="a7d6089a-1e3a-4c5e-b399-4f5b6e5db325" providerId="ADAL" clId="{818457A2-BDAB-4495-92A4-0510EF4374E9}" dt="2024-12-02T14:56:28.736" v="2072" actId="478"/>
          <ac:spMkLst>
            <pc:docMk/>
            <pc:sldMk cId="3676785047" sldId="256"/>
            <ac:spMk id="110" creationId="{11694C5E-4CC4-2857-6F52-4D84A2C9039E}"/>
          </ac:spMkLst>
        </pc:spChg>
        <pc:spChg chg="add mod">
          <ac:chgData name="Rodger, JG, Dr [jgrodger@sun.ac.za]" userId="a7d6089a-1e3a-4c5e-b399-4f5b6e5db325" providerId="ADAL" clId="{818457A2-BDAB-4495-92A4-0510EF4374E9}" dt="2024-12-02T14:55:58.296" v="2066"/>
          <ac:spMkLst>
            <pc:docMk/>
            <pc:sldMk cId="3676785047" sldId="256"/>
            <ac:spMk id="111" creationId="{D1A411F1-928F-36D7-16B4-26665EB1A481}"/>
          </ac:spMkLst>
        </pc:spChg>
        <pc:spChg chg="add mod">
          <ac:chgData name="Rodger, JG, Dr [jgrodger@sun.ac.za]" userId="a7d6089a-1e3a-4c5e-b399-4f5b6e5db325" providerId="ADAL" clId="{818457A2-BDAB-4495-92A4-0510EF4374E9}" dt="2024-12-02T14:56:08.273" v="2068"/>
          <ac:spMkLst>
            <pc:docMk/>
            <pc:sldMk cId="3676785047" sldId="256"/>
            <ac:spMk id="112" creationId="{22639619-BD66-E8B8-1B8C-5BAF34A4D905}"/>
          </ac:spMkLst>
        </pc:spChg>
        <pc:spChg chg="add del mod">
          <ac:chgData name="Rodger, JG, Dr [jgrodger@sun.ac.za]" userId="a7d6089a-1e3a-4c5e-b399-4f5b6e5db325" providerId="ADAL" clId="{818457A2-BDAB-4495-92A4-0510EF4374E9}" dt="2024-12-02T15:01:02.874" v="2261" actId="478"/>
          <ac:spMkLst>
            <pc:docMk/>
            <pc:sldMk cId="3676785047" sldId="256"/>
            <ac:spMk id="113" creationId="{E146223C-49D0-97DD-0DF7-D4EB4E45400F}"/>
          </ac:spMkLst>
        </pc:spChg>
        <pc:spChg chg="add mod">
          <ac:chgData name="Rodger, JG, Dr [jgrodger@sun.ac.za]" userId="a7d6089a-1e3a-4c5e-b399-4f5b6e5db325" providerId="ADAL" clId="{818457A2-BDAB-4495-92A4-0510EF4374E9}" dt="2024-12-02T15:17:34.853" v="2611" actId="1076"/>
          <ac:spMkLst>
            <pc:docMk/>
            <pc:sldMk cId="3676785047" sldId="256"/>
            <ac:spMk id="114" creationId="{9273C351-566F-83D1-2387-3F50514E8A96}"/>
          </ac:spMkLst>
        </pc:spChg>
        <pc:spChg chg="add">
          <ac:chgData name="Rodger, JG, Dr [jgrodger@sun.ac.za]" userId="a7d6089a-1e3a-4c5e-b399-4f5b6e5db325" providerId="ADAL" clId="{818457A2-BDAB-4495-92A4-0510EF4374E9}" dt="2024-12-02T15:17:50.055" v="2612" actId="11529"/>
          <ac:spMkLst>
            <pc:docMk/>
            <pc:sldMk cId="3676785047" sldId="256"/>
            <ac:spMk id="115" creationId="{00D4A424-2CEE-5A3D-11F2-99AE1D496EF5}"/>
          </ac:spMkLst>
        </pc:spChg>
        <pc:spChg chg="add mod">
          <ac:chgData name="Rodger, JG, Dr [jgrodger@sun.ac.za]" userId="a7d6089a-1e3a-4c5e-b399-4f5b6e5db325" providerId="ADAL" clId="{818457A2-BDAB-4495-92A4-0510EF4374E9}" dt="2024-12-02T15:18:14.245" v="2630" actId="1076"/>
          <ac:spMkLst>
            <pc:docMk/>
            <pc:sldMk cId="3676785047" sldId="256"/>
            <ac:spMk id="116" creationId="{6090A868-21EF-A6A3-A11B-591D1B48375D}"/>
          </ac:spMkLst>
        </pc:spChg>
        <pc:grpChg chg="add del mod">
          <ac:chgData name="Rodger, JG, Dr [jgrodger@sun.ac.za]" userId="a7d6089a-1e3a-4c5e-b399-4f5b6e5db325" providerId="ADAL" clId="{818457A2-BDAB-4495-92A4-0510EF4374E9}" dt="2024-12-02T14:08:22.507" v="451" actId="165"/>
          <ac:grpSpMkLst>
            <pc:docMk/>
            <pc:sldMk cId="3676785047" sldId="256"/>
            <ac:grpSpMk id="28" creationId="{25E33969-8D6B-0CAD-F191-281F326B6E1F}"/>
          </ac:grpSpMkLst>
        </pc:grpChg>
        <pc:grpChg chg="add del mod">
          <ac:chgData name="Rodger, JG, Dr [jgrodger@sun.ac.za]" userId="a7d6089a-1e3a-4c5e-b399-4f5b6e5db325" providerId="ADAL" clId="{818457A2-BDAB-4495-92A4-0510EF4374E9}" dt="2024-12-02T14:08:22.507" v="451" actId="165"/>
          <ac:grpSpMkLst>
            <pc:docMk/>
            <pc:sldMk cId="3676785047" sldId="256"/>
            <ac:grpSpMk id="29" creationId="{04D01656-0E5B-E3CA-C282-4CE0B4EDF795}"/>
          </ac:grpSpMkLst>
        </pc:grpChg>
        <pc:grpChg chg="add del mod">
          <ac:chgData name="Rodger, JG, Dr [jgrodger@sun.ac.za]" userId="a7d6089a-1e3a-4c5e-b399-4f5b6e5db325" providerId="ADAL" clId="{818457A2-BDAB-4495-92A4-0510EF4374E9}" dt="2024-12-02T14:08:22.507" v="451" actId="165"/>
          <ac:grpSpMkLst>
            <pc:docMk/>
            <pc:sldMk cId="3676785047" sldId="256"/>
            <ac:grpSpMk id="32" creationId="{B48FC19B-F700-0E8F-285A-5B899E4C5602}"/>
          </ac:grpSpMkLst>
        </pc:grpChg>
        <pc:grpChg chg="add del mod">
          <ac:chgData name="Rodger, JG, Dr [jgrodger@sun.ac.za]" userId="a7d6089a-1e3a-4c5e-b399-4f5b6e5db325" providerId="ADAL" clId="{818457A2-BDAB-4495-92A4-0510EF4374E9}" dt="2024-12-02T14:08:22.507" v="451" actId="165"/>
          <ac:grpSpMkLst>
            <pc:docMk/>
            <pc:sldMk cId="3676785047" sldId="256"/>
            <ac:grpSpMk id="35" creationId="{0466B909-6F4B-28DE-AA11-F49299D4FFAC}"/>
          </ac:grpSpMkLst>
        </pc:grpChg>
        <pc:grpChg chg="add del mod">
          <ac:chgData name="Rodger, JG, Dr [jgrodger@sun.ac.za]" userId="a7d6089a-1e3a-4c5e-b399-4f5b6e5db325" providerId="ADAL" clId="{818457A2-BDAB-4495-92A4-0510EF4374E9}" dt="2024-12-02T14:08:22.507" v="451" actId="165"/>
          <ac:grpSpMkLst>
            <pc:docMk/>
            <pc:sldMk cId="3676785047" sldId="256"/>
            <ac:grpSpMk id="38" creationId="{738DE9EB-3A5E-1873-AC37-1E4A94E8B7DE}"/>
          </ac:grpSpMkLst>
        </pc:grpChg>
        <pc:grpChg chg="add del mod">
          <ac:chgData name="Rodger, JG, Dr [jgrodger@sun.ac.za]" userId="a7d6089a-1e3a-4c5e-b399-4f5b6e5db325" providerId="ADAL" clId="{818457A2-BDAB-4495-92A4-0510EF4374E9}" dt="2024-12-02T14:08:22.507" v="451" actId="165"/>
          <ac:grpSpMkLst>
            <pc:docMk/>
            <pc:sldMk cId="3676785047" sldId="256"/>
            <ac:grpSpMk id="41" creationId="{27B66C45-744E-C0B8-EBF9-0672E33880D4}"/>
          </ac:grpSpMkLst>
        </pc:grpChg>
        <pc:grpChg chg="add del mod">
          <ac:chgData name="Rodger, JG, Dr [jgrodger@sun.ac.za]" userId="a7d6089a-1e3a-4c5e-b399-4f5b6e5db325" providerId="ADAL" clId="{818457A2-BDAB-4495-92A4-0510EF4374E9}" dt="2024-12-02T14:08:22.507" v="451" actId="165"/>
          <ac:grpSpMkLst>
            <pc:docMk/>
            <pc:sldMk cId="3676785047" sldId="256"/>
            <ac:grpSpMk id="44" creationId="{BD8CDBDB-18E9-DA74-9AC2-A482B53E6C47}"/>
          </ac:grpSpMkLst>
        </pc:grpChg>
        <pc:grpChg chg="add del mod">
          <ac:chgData name="Rodger, JG, Dr [jgrodger@sun.ac.za]" userId="a7d6089a-1e3a-4c5e-b399-4f5b6e5db325" providerId="ADAL" clId="{818457A2-BDAB-4495-92A4-0510EF4374E9}" dt="2024-12-02T14:08:22.507" v="451" actId="165"/>
          <ac:grpSpMkLst>
            <pc:docMk/>
            <pc:sldMk cId="3676785047" sldId="256"/>
            <ac:grpSpMk id="47" creationId="{B3EC5FF8-B491-03D4-DBD8-255E957EC68A}"/>
          </ac:grpSpMkLst>
        </pc:grpChg>
        <pc:grpChg chg="add del mod">
          <ac:chgData name="Rodger, JG, Dr [jgrodger@sun.ac.za]" userId="a7d6089a-1e3a-4c5e-b399-4f5b6e5db325" providerId="ADAL" clId="{818457A2-BDAB-4495-92A4-0510EF4374E9}" dt="2024-12-02T14:08:22.507" v="451" actId="165"/>
          <ac:grpSpMkLst>
            <pc:docMk/>
            <pc:sldMk cId="3676785047" sldId="256"/>
            <ac:grpSpMk id="50" creationId="{8959CCA5-068D-92FF-681E-220F0F4A9CF0}"/>
          </ac:grpSpMkLst>
        </pc:grpChg>
        <pc:grpChg chg="add del mod">
          <ac:chgData name="Rodger, JG, Dr [jgrodger@sun.ac.za]" userId="a7d6089a-1e3a-4c5e-b399-4f5b6e5db325" providerId="ADAL" clId="{818457A2-BDAB-4495-92A4-0510EF4374E9}" dt="2024-12-02T14:08:22.507" v="451" actId="165"/>
          <ac:grpSpMkLst>
            <pc:docMk/>
            <pc:sldMk cId="3676785047" sldId="256"/>
            <ac:grpSpMk id="53" creationId="{273645B7-21E5-077C-5BFB-20D76105B444}"/>
          </ac:grpSpMkLst>
        </pc:grpChg>
        <pc:grpChg chg="add del mod">
          <ac:chgData name="Rodger, JG, Dr [jgrodger@sun.ac.za]" userId="a7d6089a-1e3a-4c5e-b399-4f5b6e5db325" providerId="ADAL" clId="{818457A2-BDAB-4495-92A4-0510EF4374E9}" dt="2024-12-02T14:08:22.507" v="451" actId="165"/>
          <ac:grpSpMkLst>
            <pc:docMk/>
            <pc:sldMk cId="3676785047" sldId="256"/>
            <ac:grpSpMk id="56" creationId="{6A02580A-1C94-C1D3-58EE-79C2EE0B4079}"/>
          </ac:grpSpMkLst>
        </pc:grpChg>
        <pc:grpChg chg="add del mod">
          <ac:chgData name="Rodger, JG, Dr [jgrodger@sun.ac.za]" userId="a7d6089a-1e3a-4c5e-b399-4f5b6e5db325" providerId="ADAL" clId="{818457A2-BDAB-4495-92A4-0510EF4374E9}" dt="2024-12-02T14:08:22.507" v="451" actId="165"/>
          <ac:grpSpMkLst>
            <pc:docMk/>
            <pc:sldMk cId="3676785047" sldId="256"/>
            <ac:grpSpMk id="59" creationId="{20C7C11F-2048-2005-65CD-0952C4726BA4}"/>
          </ac:grpSpMkLst>
        </pc:grpChg>
        <pc:grpChg chg="add mod">
          <ac:chgData name="Rodger, JG, Dr [jgrodger@sun.ac.za]" userId="a7d6089a-1e3a-4c5e-b399-4f5b6e5db325" providerId="ADAL" clId="{818457A2-BDAB-4495-92A4-0510EF4374E9}" dt="2024-12-02T14:09:06.052" v="459" actId="164"/>
          <ac:grpSpMkLst>
            <pc:docMk/>
            <pc:sldMk cId="3676785047" sldId="256"/>
            <ac:grpSpMk id="96" creationId="{6293310E-1AB1-9BB3-1F1A-9A26949EA4F2}"/>
          </ac:grpSpMkLst>
        </pc:grpChg>
        <pc:grpChg chg="add mod">
          <ac:chgData name="Rodger, JG, Dr [jgrodger@sun.ac.za]" userId="a7d6089a-1e3a-4c5e-b399-4f5b6e5db325" providerId="ADAL" clId="{818457A2-BDAB-4495-92A4-0510EF4374E9}" dt="2024-12-02T14:09:06.052" v="459" actId="164"/>
          <ac:grpSpMkLst>
            <pc:docMk/>
            <pc:sldMk cId="3676785047" sldId="256"/>
            <ac:grpSpMk id="97" creationId="{5F52CBE7-6497-3019-677F-A91D211A378B}"/>
          </ac:grpSpMkLst>
        </pc:grpChg>
        <pc:grpChg chg="add mod">
          <ac:chgData name="Rodger, JG, Dr [jgrodger@sun.ac.za]" userId="a7d6089a-1e3a-4c5e-b399-4f5b6e5db325" providerId="ADAL" clId="{818457A2-BDAB-4495-92A4-0510EF4374E9}" dt="2024-12-02T14:09:17.733" v="461" actId="1076"/>
          <ac:grpSpMkLst>
            <pc:docMk/>
            <pc:sldMk cId="3676785047" sldId="256"/>
            <ac:grpSpMk id="105" creationId="{60E65C69-9483-F417-D259-457B541FD4E1}"/>
          </ac:grpSpMkLst>
        </pc:grpChg>
        <pc:grpChg chg="add mod">
          <ac:chgData name="Rodger, JG, Dr [jgrodger@sun.ac.za]" userId="a7d6089a-1e3a-4c5e-b399-4f5b6e5db325" providerId="ADAL" clId="{818457A2-BDAB-4495-92A4-0510EF4374E9}" dt="2024-12-02T15:04:51.799" v="2286" actId="1076"/>
          <ac:grpSpMkLst>
            <pc:docMk/>
            <pc:sldMk cId="3676785047" sldId="256"/>
            <ac:grpSpMk id="106" creationId="{3F574B26-9C6F-6504-5726-9C9476740F74}"/>
          </ac:grpSpMkLst>
        </pc:grpChg>
        <pc:picChg chg="add mod">
          <ac:chgData name="Rodger, JG, Dr [jgrodger@sun.ac.za]" userId="a7d6089a-1e3a-4c5e-b399-4f5b6e5db325" providerId="ADAL" clId="{818457A2-BDAB-4495-92A4-0510EF4374E9}" dt="2024-12-02T15:13:00.590" v="2529" actId="1076"/>
          <ac:picMkLst>
            <pc:docMk/>
            <pc:sldMk cId="3676785047" sldId="256"/>
            <ac:picMk id="5" creationId="{E1773B96-FC1D-B42A-9393-9D06A2FF474F}"/>
          </ac:picMkLst>
        </pc:picChg>
        <pc:picChg chg="add mod">
          <ac:chgData name="Rodger, JG, Dr [jgrodger@sun.ac.za]" userId="a7d6089a-1e3a-4c5e-b399-4f5b6e5db325" providerId="ADAL" clId="{818457A2-BDAB-4495-92A4-0510EF4374E9}" dt="2024-12-02T12:06:18.461" v="10"/>
          <ac:picMkLst>
            <pc:docMk/>
            <pc:sldMk cId="3676785047" sldId="256"/>
            <ac:picMk id="7" creationId="{5EC4EC7E-A7DB-EFB8-AF7D-8E6F7318D669}"/>
          </ac:picMkLst>
        </pc:picChg>
        <pc:picChg chg="add mod modCrop">
          <ac:chgData name="Rodger, JG, Dr [jgrodger@sun.ac.za]" userId="a7d6089a-1e3a-4c5e-b399-4f5b6e5db325" providerId="ADAL" clId="{818457A2-BDAB-4495-92A4-0510EF4374E9}" dt="2024-12-02T15:03:33.678" v="2285" actId="1076"/>
          <ac:picMkLst>
            <pc:docMk/>
            <pc:sldMk cId="3676785047" sldId="256"/>
            <ac:picMk id="10" creationId="{193D49DB-3C59-EA4B-0E89-79253B381425}"/>
          </ac:picMkLst>
        </pc:picChg>
        <pc:picChg chg="add del mod">
          <ac:chgData name="Rodger, JG, Dr [jgrodger@sun.ac.za]" userId="a7d6089a-1e3a-4c5e-b399-4f5b6e5db325" providerId="ADAL" clId="{818457A2-BDAB-4495-92A4-0510EF4374E9}" dt="2024-12-02T14:05:07.924" v="420" actId="478"/>
          <ac:picMkLst>
            <pc:docMk/>
            <pc:sldMk cId="3676785047" sldId="256"/>
            <ac:picMk id="13" creationId="{5E1F7AAE-69D2-C28A-7396-060CCECFF4B9}"/>
          </ac:picMkLst>
        </pc:picChg>
        <pc:picChg chg="add del mod">
          <ac:chgData name="Rodger, JG, Dr [jgrodger@sun.ac.za]" userId="a7d6089a-1e3a-4c5e-b399-4f5b6e5db325" providerId="ADAL" clId="{818457A2-BDAB-4495-92A4-0510EF4374E9}" dt="2024-12-02T13:48:15.366" v="130" actId="478"/>
          <ac:picMkLst>
            <pc:docMk/>
            <pc:sldMk cId="3676785047" sldId="256"/>
            <ac:picMk id="16" creationId="{5EB7D663-9164-BF22-F0AA-B63EB8A9F682}"/>
          </ac:picMkLst>
        </pc:picChg>
        <pc:cxnChg chg="add del">
          <ac:chgData name="Rodger, JG, Dr [jgrodger@sun.ac.za]" userId="a7d6089a-1e3a-4c5e-b399-4f5b6e5db325" providerId="ADAL" clId="{818457A2-BDAB-4495-92A4-0510EF4374E9}" dt="2024-12-02T13:49:13.955" v="139" actId="478"/>
          <ac:cxnSpMkLst>
            <pc:docMk/>
            <pc:sldMk cId="3676785047" sldId="256"/>
            <ac:cxnSpMk id="21" creationId="{C3CF4D51-8126-A8CB-AD3C-DA488ACBE27A}"/>
          </ac:cxnSpMkLst>
        </pc:cxnChg>
        <pc:cxnChg chg="add 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23" creationId="{578228B9-7C46-7F1C-02DE-BAD23702F8E7}"/>
          </ac:cxnSpMkLst>
        </pc:cxnChg>
        <pc:cxnChg chg="add 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24" creationId="{D02FC55C-68FD-7040-3E54-1A480080C305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30" creationId="{DBEDDF32-7369-9BB3-1F11-381D542126DA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31" creationId="{4218FAC6-D6EB-7DF1-4574-CBA5096894A8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33" creationId="{32B8AF80-97DA-A442-FFD0-7BAE8ACCE48B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34" creationId="{90CBB48B-D7F4-60E5-D05E-EEFCD6CB90D3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36" creationId="{9F179A5A-250E-A042-CC1E-36B7800C0B48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37" creationId="{784DC785-6055-009F-B74A-06D86971372A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39" creationId="{993E3598-5BD2-E848-85E9-0444BED8A63B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40" creationId="{91A2149B-7B1C-7E53-92A7-6AD71F64BCC5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42" creationId="{DAAA42AA-C397-2C82-D370-A749449B1290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43" creationId="{A397CFE6-97AD-A2A6-A998-1A4116871255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45" creationId="{B455C773-70F1-C1D9-A3C7-101471A95D82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46" creationId="{B879CE18-57A7-1F35-D255-DF4215CB26CB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48" creationId="{519A763E-B3F4-3576-FDBE-B69FF347BBDC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49" creationId="{B8EC5322-C3A6-C8BF-613B-6F06B0E0A01A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51" creationId="{10D5F79B-3033-9E49-9520-44D84044D972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52" creationId="{464829DF-41E5-EA00-FFCB-3391EFFE4BC8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54" creationId="{6321E2DB-F08D-1190-794F-543C1CC43E54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55" creationId="{A1C2C953-A06E-32E9-876D-535270DA5A82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57" creationId="{0B5ECD27-091F-08ED-40A7-58786A5A29FA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58" creationId="{D14513BE-5C21-8796-0C4B-B17A3D5B56D2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60" creationId="{3B0D5B67-543A-7890-66A9-C28EF5FFBBCD}"/>
          </ac:cxnSpMkLst>
        </pc:cxnChg>
        <pc:cxnChg chg="mod topLvl">
          <ac:chgData name="Rodger, JG, Dr [jgrodger@sun.ac.za]" userId="a7d6089a-1e3a-4c5e-b399-4f5b6e5db325" providerId="ADAL" clId="{818457A2-BDAB-4495-92A4-0510EF4374E9}" dt="2024-12-02T14:08:57.013" v="458" actId="164"/>
          <ac:cxnSpMkLst>
            <pc:docMk/>
            <pc:sldMk cId="3676785047" sldId="256"/>
            <ac:cxnSpMk id="61" creationId="{84ED0CAE-5A8E-A1BB-6812-B2E6787A6C60}"/>
          </ac:cxnSpMkLst>
        </pc:cxnChg>
        <pc:cxnChg chg="add mod">
          <ac:chgData name="Rodger, JG, Dr [jgrodger@sun.ac.za]" userId="a7d6089a-1e3a-4c5e-b399-4f5b6e5db325" providerId="ADAL" clId="{818457A2-BDAB-4495-92A4-0510EF4374E9}" dt="2024-12-02T14:03:57.772" v="405" actId="164"/>
          <ac:cxnSpMkLst>
            <pc:docMk/>
            <pc:sldMk cId="3676785047" sldId="256"/>
            <ac:cxnSpMk id="78" creationId="{FC64BC1C-8683-A5B5-7679-64C96A9CCB06}"/>
          </ac:cxnSpMkLst>
        </pc:cxnChg>
        <pc:cxnChg chg="add mod">
          <ac:chgData name="Rodger, JG, Dr [jgrodger@sun.ac.za]" userId="a7d6089a-1e3a-4c5e-b399-4f5b6e5db325" providerId="ADAL" clId="{818457A2-BDAB-4495-92A4-0510EF4374E9}" dt="2024-12-02T14:03:57.772" v="405" actId="164"/>
          <ac:cxnSpMkLst>
            <pc:docMk/>
            <pc:sldMk cId="3676785047" sldId="256"/>
            <ac:cxnSpMk id="80" creationId="{F9371606-2699-6AAF-420C-71A9EFB1CFE0}"/>
          </ac:cxnSpMkLst>
        </pc:cxnChg>
        <pc:cxnChg chg="add mod">
          <ac:chgData name="Rodger, JG, Dr [jgrodger@sun.ac.za]" userId="a7d6089a-1e3a-4c5e-b399-4f5b6e5db325" providerId="ADAL" clId="{818457A2-BDAB-4495-92A4-0510EF4374E9}" dt="2024-12-02T14:03:48.174" v="404" actId="164"/>
          <ac:cxnSpMkLst>
            <pc:docMk/>
            <pc:sldMk cId="3676785047" sldId="256"/>
            <ac:cxnSpMk id="93" creationId="{9E2DF4A7-E720-55FB-4E15-0E358BDFA86F}"/>
          </ac:cxnSpMkLst>
        </pc:cxnChg>
        <pc:cxnChg chg="add mod">
          <ac:chgData name="Rodger, JG, Dr [jgrodger@sun.ac.za]" userId="a7d6089a-1e3a-4c5e-b399-4f5b6e5db325" providerId="ADAL" clId="{818457A2-BDAB-4495-92A4-0510EF4374E9}" dt="2024-12-02T14:03:48.174" v="404" actId="164"/>
          <ac:cxnSpMkLst>
            <pc:docMk/>
            <pc:sldMk cId="3676785047" sldId="256"/>
            <ac:cxnSpMk id="94" creationId="{8F3CEF01-7F22-1319-3CA7-47B7A924C3DE}"/>
          </ac:cxnSpMkLst>
        </pc:cxnChg>
      </pc:sldChg>
      <pc:sldChg chg="new del">
        <pc:chgData name="Rodger, JG, Dr [jgrodger@sun.ac.za]" userId="a7d6089a-1e3a-4c5e-b399-4f5b6e5db325" providerId="ADAL" clId="{818457A2-BDAB-4495-92A4-0510EF4374E9}" dt="2024-12-02T14:38:34.983" v="1224" actId="680"/>
        <pc:sldMkLst>
          <pc:docMk/>
          <pc:sldMk cId="1152074053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E85C7-B68E-4A81-938F-0BCBEA26BB4B}" type="datetimeFigureOut">
              <a:rPr lang="en-ZA" smtClean="0"/>
              <a:t>2024/12/07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97614-80DE-46DF-9CB3-85AA7DEC2C8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18661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1pPr>
    <a:lvl2pPr marL="1753042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2pPr>
    <a:lvl3pPr marL="3506084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3pPr>
    <a:lvl4pPr marL="5259126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4pPr>
    <a:lvl5pPr marL="7012168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5pPr>
    <a:lvl6pPr marL="8765210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6pPr>
    <a:lvl7pPr marL="10518252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7pPr>
    <a:lvl8pPr marL="12271294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8pPr>
    <a:lvl9pPr marL="14024336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97614-80DE-46DF-9CB3-85AA7DEC2C8B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67963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1E05-82C0-4133-A987-B01EB6D17F5E}" type="datetimeFigureOut">
              <a:rPr lang="en-ZA" smtClean="0"/>
              <a:t>2024/12/07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0BE2-919E-417B-8E58-E1861DD9CDA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50849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1E05-82C0-4133-A987-B01EB6D17F5E}" type="datetimeFigureOut">
              <a:rPr lang="en-ZA" smtClean="0"/>
              <a:t>2024/12/07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0BE2-919E-417B-8E58-E1861DD9CDA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31876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1E05-82C0-4133-A987-B01EB6D17F5E}" type="datetimeFigureOut">
              <a:rPr lang="en-ZA" smtClean="0"/>
              <a:t>2024/12/07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0BE2-919E-417B-8E58-E1861DD9CDA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19648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1E05-82C0-4133-A987-B01EB6D17F5E}" type="datetimeFigureOut">
              <a:rPr lang="en-ZA" smtClean="0"/>
              <a:t>2024/12/07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0BE2-919E-417B-8E58-E1861DD9CDA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1830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1E05-82C0-4133-A987-B01EB6D17F5E}" type="datetimeFigureOut">
              <a:rPr lang="en-ZA" smtClean="0"/>
              <a:t>2024/12/07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0BE2-919E-417B-8E58-E1861DD9CDA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99636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1E05-82C0-4133-A987-B01EB6D17F5E}" type="datetimeFigureOut">
              <a:rPr lang="en-ZA" smtClean="0"/>
              <a:t>2024/12/07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0BE2-919E-417B-8E58-E1861DD9CDA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1543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1E05-82C0-4133-A987-B01EB6D17F5E}" type="datetimeFigureOut">
              <a:rPr lang="en-ZA" smtClean="0"/>
              <a:t>2024/12/07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0BE2-919E-417B-8E58-E1861DD9CDA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7360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1E05-82C0-4133-A987-B01EB6D17F5E}" type="datetimeFigureOut">
              <a:rPr lang="en-ZA" smtClean="0"/>
              <a:t>2024/12/07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0BE2-919E-417B-8E58-E1861DD9CDA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99407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1E05-82C0-4133-A987-B01EB6D17F5E}" type="datetimeFigureOut">
              <a:rPr lang="en-ZA" smtClean="0"/>
              <a:t>2024/12/07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0BE2-919E-417B-8E58-E1861DD9CDA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67344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1E05-82C0-4133-A987-B01EB6D17F5E}" type="datetimeFigureOut">
              <a:rPr lang="en-ZA" smtClean="0"/>
              <a:t>2024/12/07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0BE2-919E-417B-8E58-E1861DD9CDA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9835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1E05-82C0-4133-A987-B01EB6D17F5E}" type="datetimeFigureOut">
              <a:rPr lang="en-ZA" smtClean="0"/>
              <a:t>2024/12/07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0BE2-919E-417B-8E58-E1861DD9CDA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4489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841E05-82C0-4133-A987-B01EB6D17F5E}" type="datetimeFigureOut">
              <a:rPr lang="en-ZA" smtClean="0"/>
              <a:t>2024/12/07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3A0BE2-919E-417B-8E58-E1861DD9CDA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35402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D13F0-9940-DFA4-9BEA-E80A0A643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2573" y="428732"/>
            <a:ext cx="25733931" cy="540287"/>
          </a:xfrm>
        </p:spPr>
        <p:txBody>
          <a:bodyPr anchor="t">
            <a:normAutofit fontScale="90000"/>
          </a:bodyPr>
          <a:lstStyle/>
          <a:p>
            <a:r>
              <a:rPr lang="en-GB" sz="4000" spc="-5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Anthropogenic influences on British butterfly diversity: species richness and turnover </a:t>
            </a:r>
            <a:br>
              <a:rPr lang="en-ZA" sz="9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br>
              <a:rPr lang="en-ZA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3A882-C297-D9B6-25FC-07C350E98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4401" y="4536788"/>
            <a:ext cx="22706410" cy="1635414"/>
          </a:xfrm>
        </p:spPr>
        <p:txBody>
          <a:bodyPr>
            <a:normAutofit/>
          </a:bodyPr>
          <a:lstStyle/>
          <a:p>
            <a:r>
              <a:rPr lang="en-GB" sz="4800" u="sng" spc="-5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James Rodger, </a:t>
            </a:r>
            <a:r>
              <a:rPr lang="en-GB" sz="4800" spc="-5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Rob Cooke, Nick Isaac, Guillaume </a:t>
            </a:r>
            <a:r>
              <a:rPr lang="en-GB" sz="4800" spc="-5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Latombe</a:t>
            </a:r>
            <a:r>
              <a:rPr lang="en-GB" sz="4800" spc="-5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David Roy, Ben Woodcock, and Cang Hui</a:t>
            </a:r>
            <a:endParaRPr lang="en-Z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1773B96-FC1D-B42A-9393-9D06A2FF47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26986097" y="5084117"/>
            <a:ext cx="2674753" cy="2674753"/>
          </a:xfrm>
          <a:prstGeom prst="rect">
            <a:avLst/>
          </a:prstGeom>
        </p:spPr>
      </p:pic>
      <p:pic>
        <p:nvPicPr>
          <p:cNvPr id="10" name="Picture 9" descr="A butterfly on a flower&#10;&#10;Description automatically generated">
            <a:extLst>
              <a:ext uri="{FF2B5EF4-FFF2-40B4-BE49-F238E27FC236}">
                <a16:creationId xmlns:a16="http://schemas.microsoft.com/office/drawing/2014/main" id="{193D49DB-3C59-EA4B-0E89-79253B3814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77" t="26446"/>
          <a:stretch/>
        </p:blipFill>
        <p:spPr>
          <a:xfrm>
            <a:off x="19369433" y="25307561"/>
            <a:ext cx="10022869" cy="64880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772BBB-5E09-1221-A4CD-73CA72829DF1}"/>
              </a:ext>
            </a:extLst>
          </p:cNvPr>
          <p:cNvSpPr txBox="1"/>
          <p:nvPr/>
        </p:nvSpPr>
        <p:spPr>
          <a:xfrm>
            <a:off x="20428744" y="23769238"/>
            <a:ext cx="92321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Asked Andrew for Large Blues</a:t>
            </a:r>
            <a:endParaRPr lang="en-Z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89A963-6FA6-D1D6-3934-D9107755FB8E}"/>
              </a:ext>
            </a:extLst>
          </p:cNvPr>
          <p:cNvSpPr/>
          <p:nvPr/>
        </p:nvSpPr>
        <p:spPr>
          <a:xfrm>
            <a:off x="5766163" y="15774551"/>
            <a:ext cx="19666752" cy="58717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EE4452A-E508-5BA3-AE51-CB398B3DDDE7}"/>
              </a:ext>
            </a:extLst>
          </p:cNvPr>
          <p:cNvSpPr/>
          <p:nvPr/>
        </p:nvSpPr>
        <p:spPr>
          <a:xfrm>
            <a:off x="8114617" y="16116695"/>
            <a:ext cx="2339193" cy="6881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808ADF6-1F7C-3FFB-82BF-82B0EDA628B5}"/>
              </a:ext>
            </a:extLst>
          </p:cNvPr>
          <p:cNvSpPr/>
          <p:nvPr/>
        </p:nvSpPr>
        <p:spPr>
          <a:xfrm>
            <a:off x="17040195" y="16116696"/>
            <a:ext cx="2810730" cy="8204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6E428F-D1D6-ED5F-5246-B1632A86C9C4}"/>
              </a:ext>
            </a:extLst>
          </p:cNvPr>
          <p:cNvSpPr txBox="1"/>
          <p:nvPr/>
        </p:nvSpPr>
        <p:spPr>
          <a:xfrm>
            <a:off x="4035382" y="21882450"/>
            <a:ext cx="1966675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400" b="1" dirty="0">
                <a:latin typeface="Arial" panose="020B0604020202020204" pitchFamily="34" charset="0"/>
                <a:cs typeface="Arial" panose="020B0604020202020204" pitchFamily="34" charset="0"/>
              </a:rPr>
              <a:t>Species richness against environmental variables </a:t>
            </a:r>
          </a:p>
          <a:p>
            <a:r>
              <a:rPr lang="en-ZA" sz="3200" b="1" dirty="0">
                <a:latin typeface="Arial" panose="020B0604020202020204" pitchFamily="34" charset="0"/>
                <a:cs typeface="Arial" panose="020B0604020202020204" pitchFamily="34" charset="0"/>
              </a:rPr>
              <a:t>Butterfly diversity data from UKBMS transects in Great Britain, aggregated 2015-2019; Environmental variable data from diverse datasets for 1km grid cells matching butterfly transects. Analysis with GAMM</a:t>
            </a:r>
          </a:p>
          <a:p>
            <a:endParaRPr lang="en-ZA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756E28-35BE-B914-5F4F-9B933DFBA4F8}"/>
              </a:ext>
            </a:extLst>
          </p:cNvPr>
          <p:cNvSpPr txBox="1"/>
          <p:nvPr/>
        </p:nvSpPr>
        <p:spPr>
          <a:xfrm>
            <a:off x="8114617" y="15975750"/>
            <a:ext cx="3028354" cy="861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Climate</a:t>
            </a:r>
            <a:endParaRPr lang="en-Z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A576F3-E574-5261-8554-A204E05B2BD4}"/>
              </a:ext>
            </a:extLst>
          </p:cNvPr>
          <p:cNvSpPr txBox="1"/>
          <p:nvPr/>
        </p:nvSpPr>
        <p:spPr>
          <a:xfrm>
            <a:off x="17376610" y="15904420"/>
            <a:ext cx="3028354" cy="861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Habitat</a:t>
            </a:r>
            <a:endParaRPr lang="en-Z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5FBBAC8-B0E6-0104-0BC1-73673B11AE6B}"/>
              </a:ext>
            </a:extLst>
          </p:cNvPr>
          <p:cNvSpPr txBox="1"/>
          <p:nvPr/>
        </p:nvSpPr>
        <p:spPr>
          <a:xfrm>
            <a:off x="2318927" y="16576007"/>
            <a:ext cx="35816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Habitat Generalists</a:t>
            </a:r>
            <a:endParaRPr lang="en-Z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9F2AFED-2CDC-340B-1160-5F5F7F981105}"/>
              </a:ext>
            </a:extLst>
          </p:cNvPr>
          <p:cNvSpPr txBox="1"/>
          <p:nvPr/>
        </p:nvSpPr>
        <p:spPr>
          <a:xfrm>
            <a:off x="2264024" y="19047955"/>
            <a:ext cx="35816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Habitat Specialists</a:t>
            </a:r>
            <a:endParaRPr lang="en-Z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832CDBA-A257-B05E-003C-E9E21531DAC7}"/>
              </a:ext>
            </a:extLst>
          </p:cNvPr>
          <p:cNvSpPr txBox="1"/>
          <p:nvPr/>
        </p:nvSpPr>
        <p:spPr>
          <a:xfrm>
            <a:off x="10626832" y="13773901"/>
            <a:ext cx="10491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Arial" panose="020B0604020202020204" pitchFamily="34" charset="0"/>
                <a:cs typeface="Arial" panose="020B0604020202020204" pitchFamily="34" charset="0"/>
              </a:rPr>
              <a:t>Within-Site Diversity</a:t>
            </a:r>
            <a:endParaRPr lang="en-ZA" sz="6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7D00175-977D-244F-F7A1-63C93C89C2D3}"/>
              </a:ext>
            </a:extLst>
          </p:cNvPr>
          <p:cNvSpPr/>
          <p:nvPr/>
        </p:nvSpPr>
        <p:spPr>
          <a:xfrm>
            <a:off x="3784401" y="25671374"/>
            <a:ext cx="23978988" cy="79167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388D497-70B6-ABB5-71B8-8F4CD1E810F3}"/>
              </a:ext>
            </a:extLst>
          </p:cNvPr>
          <p:cNvSpPr/>
          <p:nvPr/>
        </p:nvSpPr>
        <p:spPr>
          <a:xfrm>
            <a:off x="6253986" y="26159932"/>
            <a:ext cx="3078307" cy="7755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62B7548-7710-2AA8-BBA5-7132727094F4}"/>
              </a:ext>
            </a:extLst>
          </p:cNvPr>
          <p:cNvSpPr/>
          <p:nvPr/>
        </p:nvSpPr>
        <p:spPr>
          <a:xfrm>
            <a:off x="18780467" y="26108458"/>
            <a:ext cx="2380368" cy="8204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1F01B21-8A73-A3D4-114B-6EB0010D19B4}"/>
              </a:ext>
            </a:extLst>
          </p:cNvPr>
          <p:cNvSpPr txBox="1"/>
          <p:nvPr/>
        </p:nvSpPr>
        <p:spPr>
          <a:xfrm>
            <a:off x="6429952" y="26074249"/>
            <a:ext cx="3028354" cy="861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Climate</a:t>
            </a:r>
            <a:endParaRPr lang="en-Z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70809C9-63E2-33F6-DFC3-E5B57F5AC137}"/>
              </a:ext>
            </a:extLst>
          </p:cNvPr>
          <p:cNvSpPr txBox="1"/>
          <p:nvPr/>
        </p:nvSpPr>
        <p:spPr>
          <a:xfrm>
            <a:off x="18780467" y="26057480"/>
            <a:ext cx="3028354" cy="861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Habitat</a:t>
            </a:r>
            <a:endParaRPr lang="en-Z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229572-FA5F-538B-4D6F-41E8151DE3FB}"/>
              </a:ext>
            </a:extLst>
          </p:cNvPr>
          <p:cNvSpPr txBox="1"/>
          <p:nvPr/>
        </p:nvSpPr>
        <p:spPr>
          <a:xfrm>
            <a:off x="3784401" y="34131266"/>
            <a:ext cx="216485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Turnover against environmental variables 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Data sources as for Fig 1.. Analysis with MSGDM, zeta = 4 Try MSGDM splines like Fig 1, if bars include some measure of diversity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9648D21-C2C2-D98A-8179-D2DA4AA0F603}"/>
              </a:ext>
            </a:extLst>
          </p:cNvPr>
          <p:cNvSpPr txBox="1"/>
          <p:nvPr/>
        </p:nvSpPr>
        <p:spPr>
          <a:xfrm>
            <a:off x="5664318" y="24267921"/>
            <a:ext cx="92321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Arial" panose="020B0604020202020204" pitchFamily="34" charset="0"/>
                <a:cs typeface="Arial" panose="020B0604020202020204" pitchFamily="34" charset="0"/>
              </a:rPr>
              <a:t>Between-Site Diversity</a:t>
            </a:r>
            <a:endParaRPr lang="en-ZA" sz="6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003D8ED-9AB3-9A5B-62AA-13CC483F2561}"/>
              </a:ext>
            </a:extLst>
          </p:cNvPr>
          <p:cNvSpPr txBox="1"/>
          <p:nvPr/>
        </p:nvSpPr>
        <p:spPr>
          <a:xfrm>
            <a:off x="285956" y="27799451"/>
            <a:ext cx="35816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Habitat Generalists</a:t>
            </a:r>
            <a:endParaRPr lang="en-Z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4598C17-DC4C-254D-A2DD-34833E3AB5DA}"/>
              </a:ext>
            </a:extLst>
          </p:cNvPr>
          <p:cNvSpPr txBox="1"/>
          <p:nvPr/>
        </p:nvSpPr>
        <p:spPr>
          <a:xfrm>
            <a:off x="502391" y="31018779"/>
            <a:ext cx="35816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Habitat Specialists</a:t>
            </a:r>
            <a:endParaRPr lang="en-Z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5F7FE74-5CCF-F853-6697-789B31338DD7}"/>
              </a:ext>
            </a:extLst>
          </p:cNvPr>
          <p:cNvSpPr txBox="1"/>
          <p:nvPr/>
        </p:nvSpPr>
        <p:spPr>
          <a:xfrm>
            <a:off x="2029458" y="6969768"/>
            <a:ext cx="2573393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Influence of environment on butterfly diversity</a:t>
            </a:r>
          </a:p>
          <a:p>
            <a:pPr marL="857250" indent="-857250">
              <a:buFont typeface="Wingdings" panose="05000000000000000000" pitchFamily="2" charset="2"/>
              <a:buChar char="§"/>
            </a:pPr>
            <a:r>
              <a:rPr lang="en-ZA" sz="4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habitat generalists, climate variables have larger effects</a:t>
            </a:r>
          </a:p>
          <a:p>
            <a:pPr marL="857250" indent="-857250">
              <a:buFont typeface="Wingdings" panose="05000000000000000000" pitchFamily="2" charset="2"/>
              <a:buChar char="§"/>
            </a:pPr>
            <a:r>
              <a:rPr lang="en-ZA" sz="4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habitat specialists, climate and habitat variables have similarly sized effects</a:t>
            </a:r>
          </a:p>
          <a:p>
            <a:pPr marL="857250" indent="-857250">
              <a:buFont typeface="Wingdings" panose="05000000000000000000" pitchFamily="2" charset="2"/>
              <a:buChar char="§"/>
            </a:pPr>
            <a:r>
              <a:rPr lang="en-ZA" sz="4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Overall, environmental variables have larger effects for habitat specialists than generalists</a:t>
            </a:r>
          </a:p>
          <a:p>
            <a:pPr marL="857250" indent="-857250">
              <a:buFont typeface="Wingdings" panose="05000000000000000000" pitchFamily="2" charset="2"/>
              <a:buChar char="§"/>
            </a:pPr>
            <a:r>
              <a:rPr lang="en-ZA" sz="4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mitigation, a declines in butterfly diversity is expected via both within and between site diversity declines, arising from  local extinctions of habitat specialists due to climate and habitat change</a:t>
            </a:r>
            <a:endParaRPr lang="en-ZA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2C1FAD-1558-4773-BBF7-FAD4C70A1BA8}"/>
              </a:ext>
            </a:extLst>
          </p:cNvPr>
          <p:cNvSpPr txBox="1"/>
          <p:nvPr/>
        </p:nvSpPr>
        <p:spPr>
          <a:xfrm>
            <a:off x="1474936" y="37060632"/>
            <a:ext cx="2818591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pPr marL="857250" indent="-857250">
              <a:buFont typeface="Wingdings" panose="05000000000000000000" pitchFamily="2" charset="2"/>
              <a:buChar char="§"/>
            </a:pPr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Evidence is accumulating for the declines of some insect groups in some regions, but our understanding of how anthropogenic change is driving changes in insects is limited </a:t>
            </a:r>
          </a:p>
          <a:p>
            <a:pPr marL="857250" indent="-857250">
              <a:buFont typeface="Wingdings" panose="05000000000000000000" pitchFamily="2" charset="2"/>
              <a:buChar char="§"/>
            </a:pPr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Regional diversity may decline both due to reductions in within-site diversity due to local extinctions (reduced richness) and homogenisation of species composition across sites (reduced turnover).</a:t>
            </a:r>
          </a:p>
          <a:p>
            <a:pPr marL="857250" indent="-857250">
              <a:buFont typeface="Wingdings" panose="05000000000000000000" pitchFamily="2" charset="2"/>
              <a:buChar char="§"/>
            </a:pPr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To understand anthropogenic influences on butterfly diversity at large spatial scales, we must assess the importance of the multiple natural and anthropogenic drivers for both within- and between-site diversity.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273C351-566F-83D1-2387-3F50514E8A96}"/>
              </a:ext>
            </a:extLst>
          </p:cNvPr>
          <p:cNvSpPr txBox="1"/>
          <p:nvPr/>
        </p:nvSpPr>
        <p:spPr>
          <a:xfrm>
            <a:off x="23572718" y="12896558"/>
            <a:ext cx="55043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rodgerjg@gmail.com</a:t>
            </a:r>
            <a:endParaRPr lang="en-ZA" sz="4400" b="1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0D4A424-2CEE-5A3D-11F2-99AE1D496EF5}"/>
              </a:ext>
            </a:extLst>
          </p:cNvPr>
          <p:cNvSpPr/>
          <p:nvPr/>
        </p:nvSpPr>
        <p:spPr>
          <a:xfrm>
            <a:off x="26157980" y="14358519"/>
            <a:ext cx="2777074" cy="24071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090A868-21EF-A6A3-A11B-591D1B48375D}"/>
              </a:ext>
            </a:extLst>
          </p:cNvPr>
          <p:cNvSpPr txBox="1"/>
          <p:nvPr/>
        </p:nvSpPr>
        <p:spPr>
          <a:xfrm>
            <a:off x="26324881" y="17791818"/>
            <a:ext cx="38189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Scan for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orcid</a:t>
            </a:r>
            <a:endParaRPr lang="en-Z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F7FCDC-2F13-2927-2099-001485598667}"/>
              </a:ext>
            </a:extLst>
          </p:cNvPr>
          <p:cNvSpPr txBox="1"/>
          <p:nvPr/>
        </p:nvSpPr>
        <p:spPr>
          <a:xfrm>
            <a:off x="485189" y="707298"/>
            <a:ext cx="346478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/>
              <a:t>Add logos</a:t>
            </a:r>
            <a:endParaRPr lang="en-ZA" sz="8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8DE732-5C56-95AD-0F8D-C19626D82112}"/>
              </a:ext>
            </a:extLst>
          </p:cNvPr>
          <p:cNvSpPr txBox="1"/>
          <p:nvPr/>
        </p:nvSpPr>
        <p:spPr>
          <a:xfrm>
            <a:off x="26810425" y="760694"/>
            <a:ext cx="346478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/>
              <a:t>Add logos</a:t>
            </a:r>
            <a:endParaRPr lang="en-ZA" sz="8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6C1C82-C881-8225-A8F4-6E10227A90A7}"/>
              </a:ext>
            </a:extLst>
          </p:cNvPr>
          <p:cNvSpPr txBox="1"/>
          <p:nvPr/>
        </p:nvSpPr>
        <p:spPr>
          <a:xfrm>
            <a:off x="7459861" y="1956244"/>
            <a:ext cx="1624227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/>
              <a:t>Add new improved title here</a:t>
            </a:r>
            <a:endParaRPr lang="en-ZA" sz="8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F9C592-A509-9C7F-5FA3-F6483201644A}"/>
              </a:ext>
            </a:extLst>
          </p:cNvPr>
          <p:cNvSpPr txBox="1"/>
          <p:nvPr/>
        </p:nvSpPr>
        <p:spPr>
          <a:xfrm>
            <a:off x="31165088" y="21882450"/>
            <a:ext cx="92321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Ask Andrew for Large Blues</a:t>
            </a:r>
            <a:endParaRPr lang="en-Z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C66542-36BF-A14E-6764-901EE20378D3}"/>
              </a:ext>
            </a:extLst>
          </p:cNvPr>
          <p:cNvSpPr txBox="1"/>
          <p:nvPr/>
        </p:nvSpPr>
        <p:spPr>
          <a:xfrm>
            <a:off x="29360969" y="10152511"/>
            <a:ext cx="92321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Put into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colourblind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simulator</a:t>
            </a:r>
            <a:endParaRPr lang="en-Z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 descr="A graph of ph and nitric acid&#10;&#10;Description automatically generated">
            <a:extLst>
              <a:ext uri="{FF2B5EF4-FFF2-40B4-BE49-F238E27FC236}">
                <a16:creationId xmlns:a16="http://schemas.microsoft.com/office/drawing/2014/main" id="{6A82C476-124D-1796-6174-7DFAFB9B96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100" y="27611729"/>
            <a:ext cx="22508876" cy="2500986"/>
          </a:xfrm>
          <a:prstGeom prst="rect">
            <a:avLst/>
          </a:prstGeom>
        </p:spPr>
      </p:pic>
      <p:pic>
        <p:nvPicPr>
          <p:cNvPr id="29" name="Picture 28" descr="A graph of ph and nitric acid&#10;&#10;Description automatically generated">
            <a:extLst>
              <a:ext uri="{FF2B5EF4-FFF2-40B4-BE49-F238E27FC236}">
                <a16:creationId xmlns:a16="http://schemas.microsoft.com/office/drawing/2014/main" id="{6C950A10-E5E1-3D51-FFF7-6D58495FC6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549" y="30683076"/>
            <a:ext cx="22508876" cy="2500986"/>
          </a:xfrm>
          <a:prstGeom prst="rect">
            <a:avLst/>
          </a:prstGeom>
        </p:spPr>
      </p:pic>
      <p:pic>
        <p:nvPicPr>
          <p:cNvPr id="35" name="Picture 34" descr="A group of graphs with lines&#10;&#10;Description automatically generated with medium confidence">
            <a:extLst>
              <a:ext uri="{FF2B5EF4-FFF2-40B4-BE49-F238E27FC236}">
                <a16:creationId xmlns:a16="http://schemas.microsoft.com/office/drawing/2014/main" id="{62AA338F-76E9-2FC2-3990-09F873706A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574" y="16806176"/>
            <a:ext cx="16996887" cy="485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85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ead xmlns="14997ece-8c71-479e-9615-48b53156cf81" xsi:nil="true"/>
    <TaxCatchAll xmlns="8fe787a5-7476-4b36-a333-c20c98769fb2" xsi:nil="true"/>
    <lcf76f155ced4ddcb4097134ff3c332f xmlns="14997ece-8c71-479e-9615-48b53156cf8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5493A815290A45A8BDD8DC7615351D" ma:contentTypeVersion="12" ma:contentTypeDescription="Create a new document." ma:contentTypeScope="" ma:versionID="8cb20702fa3370ab6dbeaabf369b69cc">
  <xsd:schema xmlns:xsd="http://www.w3.org/2001/XMLSchema" xmlns:xs="http://www.w3.org/2001/XMLSchema" xmlns:p="http://schemas.microsoft.com/office/2006/metadata/properties" xmlns:ns2="0b426c86-3fc4-42bd-b472-d9c904f3ce9d" xmlns:ns3="14997ece-8c71-479e-9615-48b53156cf81" xmlns:ns4="5d327c2f-45e0-4bc1-9592-921295c28bc6" xmlns:ns5="8fe787a5-7476-4b36-a333-c20c98769fb2" targetNamespace="http://schemas.microsoft.com/office/2006/metadata/properties" ma:root="true" ma:fieldsID="d550444c7b47a85a4faa0fd15dc00d6d" ns2:_="" ns3:_="" ns4:_="" ns5:_="">
    <xsd:import namespace="0b426c86-3fc4-42bd-b472-d9c904f3ce9d"/>
    <xsd:import namespace="14997ece-8c71-479e-9615-48b53156cf81"/>
    <xsd:import namespace="5d327c2f-45e0-4bc1-9592-921295c28bc6"/>
    <xsd:import namespace="8fe787a5-7476-4b36-a333-c20c98769f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4:SharedWithUsers" minOccurs="0"/>
                <xsd:element ref="ns4:SharedWithDetails" minOccurs="0"/>
                <xsd:element ref="ns3:lcf76f155ced4ddcb4097134ff3c332f" minOccurs="0"/>
                <xsd:element ref="ns5:TaxCatchAll" minOccurs="0"/>
                <xsd:element ref="ns3:Lead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426c86-3fc4-42bd-b472-d9c904f3ce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997ece-8c71-479e-9615-48b53156cf8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c3ea2160-29c6-45a3-9bc6-8bc28cb089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Lead" ma:index="24" nillable="true" ma:displayName="Lead" ma:description="Name of person who created the form" ma:format="Dropdown" ma:internalName="Lead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327c2f-45e0-4bc1-9592-921295c28bc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e787a5-7476-4b36-a333-c20c98769fb2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9d6bffb1-e30e-450b-a15f-8a9ed57ebc16}" ma:internalName="TaxCatchAll" ma:showField="CatchAllData" ma:web="5d327c2f-45e0-4bc1-9592-921295c28b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01B4D6-04C0-476B-97FC-01D14E8C78C4}">
  <ds:schemaRefs>
    <ds:schemaRef ds:uri="http://purl.org/dc/terms/"/>
    <ds:schemaRef ds:uri="http://www.w3.org/XML/1998/namespace"/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8fe787a5-7476-4b36-a333-c20c98769fb2"/>
    <ds:schemaRef ds:uri="14997ece-8c71-479e-9615-48b53156cf81"/>
    <ds:schemaRef ds:uri="http://schemas.microsoft.com/office/infopath/2007/PartnerControls"/>
    <ds:schemaRef ds:uri="http://schemas.openxmlformats.org/package/2006/metadata/core-properties"/>
    <ds:schemaRef ds:uri="5d327c2f-45e0-4bc1-9592-921295c28bc6"/>
    <ds:schemaRef ds:uri="0b426c86-3fc4-42bd-b472-d9c904f3ce9d"/>
  </ds:schemaRefs>
</ds:datastoreItem>
</file>

<file path=customXml/itemProps2.xml><?xml version="1.0" encoding="utf-8"?>
<ds:datastoreItem xmlns:ds="http://schemas.openxmlformats.org/officeDocument/2006/customXml" ds:itemID="{EF2B6231-1E95-49C5-8427-12C4ABD1CB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685D0B-34D4-4748-A65B-357E4952FE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426c86-3fc4-42bd-b472-d9c904f3ce9d"/>
    <ds:schemaRef ds:uri="14997ece-8c71-479e-9615-48b53156cf81"/>
    <ds:schemaRef ds:uri="5d327c2f-45e0-4bc1-9592-921295c28bc6"/>
    <ds:schemaRef ds:uri="8fe787a5-7476-4b36-a333-c20c98769f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627</TotalTime>
  <Words>310</Words>
  <Application>Microsoft Office PowerPoint</Application>
  <PresentationFormat>Custom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Anthropogenic influences on British butterfly diversity: species richness and turnover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Rodger, JG, Dr [jgrodger@sun.ac.za]</dc:creator>
  <cp:lastModifiedBy>Rodger, JG, Dr [jgrodger@sun.ac.za]</cp:lastModifiedBy>
  <cp:revision>3</cp:revision>
  <dcterms:created xsi:type="dcterms:W3CDTF">2024-12-02T12:02:56Z</dcterms:created>
  <dcterms:modified xsi:type="dcterms:W3CDTF">2024-12-07T20:57:34Z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0x010100B35493A815290A45A8BDD8DC7615351D</vt:lpwstr>
  </property>
  <property fmtid="{D5CDD505-2E9C-101B-9397-08002B2CF9AE}" pid="3" name="MediaServiceImageTags">
    <vt:lpwstr/>
  </property>
</Properties>
</file>