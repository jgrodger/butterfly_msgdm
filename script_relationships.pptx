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2026/02/05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endCxn id="163" idx="2"/>
          </p:cNvCxnSpPr>
          <p:nvPr/>
        </p:nvCxnSpPr>
        <p:spPr>
          <a:xfrm flipH="1" flipV="1">
            <a:off x="7949047" y="2628762"/>
            <a:ext cx="1844490" cy="19950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4566576" y="374084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4682941" y="498871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4665169" y="201848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6320372" y="4193008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 flipH="1">
            <a:off x="6761425" y="3530960"/>
            <a:ext cx="458436" cy="662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2"/>
          </p:cNvCxnSpPr>
          <p:nvPr/>
        </p:nvCxnSpPr>
        <p:spPr>
          <a:xfrm flipV="1">
            <a:off x="7202478" y="4352544"/>
            <a:ext cx="872385" cy="119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5881305" y="5327744"/>
            <a:ext cx="351643" cy="45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6021497" y="3191928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B3EF33C2-D423-65D2-0BFC-96FCF7E238C5}"/>
              </a:ext>
            </a:extLst>
          </p:cNvPr>
          <p:cNvCxnSpPr>
            <a:cxnSpLocks/>
            <a:stCxn id="183" idx="2"/>
            <a:endCxn id="2" idx="1"/>
          </p:cNvCxnSpPr>
          <p:nvPr/>
        </p:nvCxnSpPr>
        <p:spPr>
          <a:xfrm flipH="1">
            <a:off x="4566576" y="3591394"/>
            <a:ext cx="107158" cy="48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905CED2F-E13B-CF3B-CA93-38BF1C720440}"/>
              </a:ext>
            </a:extLst>
          </p:cNvPr>
          <p:cNvCxnSpPr>
            <a:cxnSpLocks/>
            <a:stCxn id="2" idx="3"/>
            <a:endCxn id="75" idx="1"/>
          </p:cNvCxnSpPr>
          <p:nvPr/>
        </p:nvCxnSpPr>
        <p:spPr>
          <a:xfrm flipV="1">
            <a:off x="5764940" y="3530960"/>
            <a:ext cx="256557" cy="5489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4074552" y="2861385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 err="1">
                  <a:solidFill>
                    <a:srgbClr val="7030A0"/>
                  </a:solidFill>
                </a:rPr>
                <a:t>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7992799" y="3174595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820EA64-DEE3-6211-55AD-2C97054133AB}"/>
              </a:ext>
            </a:extLst>
          </p:cNvPr>
          <p:cNvCxnSpPr>
            <a:cxnSpLocks/>
            <a:stCxn id="25" idx="3"/>
            <a:endCxn id="51" idx="1"/>
          </p:cNvCxnSpPr>
          <p:nvPr/>
        </p:nvCxnSpPr>
        <p:spPr>
          <a:xfrm flipV="1">
            <a:off x="7202478" y="3513627"/>
            <a:ext cx="790321" cy="958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9277972" y="3600802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9191163" y="3513627"/>
            <a:ext cx="527862" cy="8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H="1">
            <a:off x="9182936" y="3975259"/>
            <a:ext cx="536089" cy="319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8583754" y="429497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7475681" y="367448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9510190" y="6201232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</p:cNvCxnSpPr>
          <p:nvPr/>
        </p:nvCxnSpPr>
        <p:spPr>
          <a:xfrm>
            <a:off x="8551550" y="5833621"/>
            <a:ext cx="985091" cy="9487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568378" y="609856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3374</TotalTime>
  <Words>335</Words>
  <Application>Microsoft Office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Reviewer</cp:lastModifiedBy>
  <cp:revision>17</cp:revision>
  <dcterms:created xsi:type="dcterms:W3CDTF">2024-05-14T07:54:29Z</dcterms:created>
  <dcterms:modified xsi:type="dcterms:W3CDTF">2026-02-05T07:40:01Z</dcterms:modified>
</cp:coreProperties>
</file>